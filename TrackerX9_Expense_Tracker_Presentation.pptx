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Expense Tracker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Team Name: TrackerX9</a:t>
            </a:r>
          </a:p>
          <a:p>
            <a:r>
              <a:t>Team Members:</a:t>
            </a:r>
          </a:p>
          <a:p>
            <a:r>
              <a:t>Udeozo Odinaka Benedict (Team Lead)</a:t>
            </a:r>
          </a:p>
          <a:p>
            <a:r>
              <a:t>Odang Joshua Oyare (Asst. Team Lead)</a:t>
            </a:r>
          </a:p>
          <a:p>
            <a:r>
              <a:t>Duale Al-ameen Ayomide</a:t>
            </a:r>
          </a:p>
          <a:p>
            <a:r>
              <a:t>Ekeocha Noble Ikechukwu</a:t>
            </a:r>
          </a:p>
          <a:p>
            <a:r>
              <a:t>Felix Sofy Udochukwu</a:t>
            </a:r>
          </a:p>
          <a:p>
            <a:r>
              <a:t>Kareem Ademola Kessy</a:t>
            </a:r>
          </a:p>
          <a:p>
            <a:r>
              <a:t>Kesington Abdulwakeel Eniola</a:t>
            </a:r>
          </a:p>
          <a:p>
            <a:r>
              <a:t>Okala Uchechukwu Chantey</a:t>
            </a:r>
          </a:p>
          <a:p>
            <a:r>
              <a:t>Oluwa Muhammad Olarenwaju</a:t>
            </a:r>
          </a:p>
          <a:p>
            <a:r>
              <a:t>Sumayyah Adelopo Omoteniola</a:t>
            </a:r>
          </a:p>
          <a:p>
            <a:r>
              <a:t>Akinbobola Akindele</a:t>
            </a:r>
          </a:p>
          <a:p>
            <a:r>
              <a:t>Emmanuel Samuel Aduragbemi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Financial literacy is crucial, especially for youth and early professionals.</a:t>
            </a:r>
          </a:p>
          <a:p>
            <a:pPr/>
            <a:r>
              <a:t>Expense Tracker is a console-based Java app to help users manage expenses.</a:t>
            </a:r>
          </a:p>
          <a:p>
            <a:pPr/>
            <a:r>
              <a:t>Designed to run offline using SQLite for data persistence.</a:t>
            </a:r>
          </a:p>
          <a:p>
            <a:pPr/>
            <a:r>
              <a:t>Focus on simplicity, reliability, and data privacy.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Related 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Mint – Feature-rich but complex and requires internet.</a:t>
            </a:r>
          </a:p>
          <a:p>
            <a:pPr/>
            <a:r>
              <a:t>PocketGuard – Simple UI, but requires installation and signup.</a:t>
            </a:r>
          </a:p>
          <a:p>
            <a:pPr/>
            <a:r>
              <a:t>Google Sheets – Customizable, but relies on manual entry and cloud.</a:t>
            </a:r>
          </a:p>
          <a:p>
            <a:pPr/>
            <a:r>
              <a:t>Our app is offline, simple, and beginner-friendly.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Methodology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Project Setup</a:t>
            </a:r>
          </a:p>
          <a:p>
            <a:pPr/>
            <a:r>
              <a:t>Core Classes and Architecture</a:t>
            </a:r>
          </a:p>
          <a:p>
            <a:pPr/>
            <a:r>
              <a:t>Console UI and UX</a:t>
            </a:r>
          </a:p>
          <a:p>
            <a:pPr/>
            <a:r>
              <a:t>Database Integration</a:t>
            </a:r>
          </a:p>
          <a:p>
            <a:pPr/>
            <a:r>
              <a:t>Team Collaboration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Setup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Developed using Eclipse IDE.</a:t>
            </a:r>
          </a:p>
          <a:p>
            <a:pPr/>
            <a:r>
              <a:t>Modular structure under package: trackerx9.</a:t>
            </a:r>
          </a:p>
          <a:p>
            <a:pPr/>
            <a:r>
              <a:t>Modules developed and tested independently for clean debugging.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Core Classes and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Expense.java – Data model (date, category, amount, description).</a:t>
            </a:r>
          </a:p>
          <a:p>
            <a:pPr/>
            <a:r>
              <a:t>ExpenseManager.java – Handles logic (add/view/delete expenses).</a:t>
            </a:r>
          </a:p>
          <a:p>
            <a:pPr/>
            <a:r>
              <a:t>DatabaseHelper.java – Manages SQLite DB via JDBC.</a:t>
            </a:r>
          </a:p>
          <a:p>
            <a:pPr/>
            <a:r>
              <a:t>ExpenseTracker.java – Main class, CLI menu, integrates other classes.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Console UI and UX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Text-based but interactive.</a:t>
            </a:r>
          </a:p>
          <a:p>
            <a:pPr/>
            <a:r>
              <a:t>Console colors and symbols (✅, ❌) for clarity.</a:t>
            </a:r>
          </a:p>
          <a:p>
            <a:pPr/>
            <a:r>
              <a:t>Clear menu layout and spacing for better usability.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Database Integration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Used SQLite – lightweight and embedded.</a:t>
            </a:r>
          </a:p>
          <a:p>
            <a:pPr/>
            <a:r>
              <a:t>Auto-creates expenses.db locally.</a:t>
            </a:r>
          </a:p>
          <a:p>
            <a:pPr/>
            <a:r>
              <a:t>Data persists across sessions and can be viewed with SQLiteStudio.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Team Collaboration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Tasks divided by interest and skills (UI, DB, exception handling, etc.).</a:t>
            </a:r>
          </a:p>
          <a:p>
            <a:pPr/>
            <a:r>
              <a:t>Used WhatsApp and GitHub for communication and version control.</a:t>
            </a:r>
          </a:p>
          <a:p>
            <a:pPr/>
            <a:r>
              <a:t>Regular updates and reviews ensured alignment.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Functionality: Add, view, delete expenses, calculate totals.</a:t>
            </a:r>
          </a:p>
          <a:p>
            <a:pPr/>
            <a:r>
              <a:t>Portability: Runs on any machine with Java, no internet needed.</a:t>
            </a:r>
          </a:p>
          <a:p>
            <a:pPr/>
            <a:r>
              <a:t>Reliability: Handles invalid input and system errors.</a:t>
            </a:r>
          </a:p>
          <a:p>
            <a:pPr/>
            <a:r>
              <a:t>Verifiability: Data confirmed via SQLiteStudio.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Features Implemented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Java OOP principles: encapsulation, modularization.</a:t>
            </a:r>
          </a:p>
          <a:p>
            <a:pPr/>
            <a:r>
              <a:t>JDBC for DB interaction.</a:t>
            </a:r>
          </a:p>
          <a:p>
            <a:pPr/>
            <a:r>
              <a:t>Minimalist console UI.</a:t>
            </a:r>
          </a:p>
          <a:p>
            <a:pPr/>
            <a:r>
              <a:t>Data persistence using SQLite.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Challenges and Solutions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Data not saving – Fixed by JDBC commit configuration.</a:t>
            </a:r>
          </a:p>
          <a:p>
            <a:pPr/>
            <a:r>
              <a:t>InputMismatchException – Handled with nested try-catch.</a:t>
            </a:r>
          </a:p>
          <a:p>
            <a:pPr/>
            <a:r>
              <a:t>Date validation – Used SimpleDateFormat with error handling.</a:t>
            </a:r>
          </a:p>
          <a:p>
            <a:pPr/>
            <a:r>
              <a:t>SQLite learning – Provided tutorials and GUI tools.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Real-world application of Java and database integration.</a:t>
            </a:r>
          </a:p>
          <a:p>
            <a:pPr/>
            <a:r>
              <a:t>Improved collaboration and problem-solving.</a:t>
            </a:r>
          </a:p>
          <a:p>
            <a:pPr/>
            <a:r>
              <a:t>Strengthened coding practices and teamwork.</a:t>
            </a:r>
          </a:p>
          <a:p>
            <a:pPr/>
            <a:r>
              <a:t>Future ideas: GUI or mobile version.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